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28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AFF97-71FD-4B73-906F-C11D4B0CC554}" type="datetimeFigureOut">
              <a:rPr lang="zh-CN" altLang="en-US" smtClean="0"/>
              <a:pPr/>
              <a:t>2016/4/29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939C6F-9805-4696-9DF5-70D9F5DA0BF4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Lab7_2 XSS</a:t>
            </a:r>
            <a:r>
              <a:rPr lang="zh-CN" altLang="en-US" dirty="0" smtClean="0"/>
              <a:t>跨站脚本攻击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                                                2016.5.3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r>
              <a:rPr lang="zh-CN" altLang="en-US" dirty="0" smtClean="0"/>
              <a:t>一、什么是</a:t>
            </a:r>
            <a:r>
              <a:rPr lang="en-US" altLang="zh-CN" dirty="0" smtClean="0"/>
              <a:t>XSS</a:t>
            </a:r>
            <a:r>
              <a:rPr lang="zh-CN" altLang="en-US" dirty="0" smtClean="0"/>
              <a:t>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186766" cy="4525963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XSS</a:t>
            </a:r>
            <a:r>
              <a:rPr lang="zh-CN" altLang="en-US" dirty="0" smtClean="0"/>
              <a:t>是</a:t>
            </a:r>
            <a:r>
              <a:rPr lang="en-US" altLang="zh-CN" dirty="0" smtClean="0"/>
              <a:t>Cross-site </a:t>
            </a:r>
            <a:r>
              <a:rPr lang="zh-CN" altLang="en-US" dirty="0" smtClean="0"/>
              <a:t>是一种由于网站存在漏洞而使攻击者可以在其中插入攻击代码，当其它用户请求包含攻击代码的页面内容时，对用户发起的脚本攻击。</a:t>
            </a:r>
            <a:endParaRPr lang="en-US" altLang="zh-CN" dirty="0" smtClean="0"/>
          </a:p>
          <a:p>
            <a:r>
              <a:rPr lang="zh-CN" altLang="en-US" dirty="0" smtClean="0"/>
              <a:t>攻击通常是用脚本的形式（</a:t>
            </a:r>
            <a:r>
              <a:rPr lang="en-US" altLang="zh-CN" dirty="0" err="1" smtClean="0"/>
              <a:t>javascript</a:t>
            </a:r>
            <a:r>
              <a:rPr lang="en-US" altLang="zh-CN" dirty="0" smtClean="0"/>
              <a:t> etc)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攻击通常会窃取用户的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，冒充用户访问网站，达到窃取用户信息、修改用户资料等目的。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和跨站请求</a:t>
            </a:r>
            <a:r>
              <a:rPr lang="en-US" altLang="zh-CN" dirty="0" smtClean="0"/>
              <a:t>(CSRF)</a:t>
            </a:r>
            <a:r>
              <a:rPr lang="zh-CN" altLang="en-US" dirty="0" smtClean="0"/>
              <a:t>攻击的区别</a:t>
            </a:r>
            <a:r>
              <a:rPr lang="en-US" altLang="zh-CN" dirty="0" smtClean="0"/>
              <a:t>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dirty="0" smtClean="0"/>
              <a:t>CSRF</a:t>
            </a:r>
            <a:r>
              <a:rPr lang="zh-CN" altLang="en-US" dirty="0" smtClean="0"/>
              <a:t>攻击通常是通过一些引诱手段把用户导向到恶意网站。假定用户网站为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，恶意网站为</a:t>
            </a:r>
            <a:r>
              <a:rPr lang="en-US" altLang="zh-CN" dirty="0" err="1" smtClean="0"/>
              <a:t>SiteA</a:t>
            </a:r>
            <a:r>
              <a:rPr lang="zh-CN" altLang="en-US" dirty="0"/>
              <a:t>。</a:t>
            </a:r>
            <a:r>
              <a:rPr lang="zh-CN" altLang="en-US" dirty="0" smtClean="0"/>
              <a:t>如果用户先前在浏览器浏览过</a:t>
            </a:r>
            <a:r>
              <a:rPr lang="en-US" altLang="zh-CN" dirty="0" err="1" smtClean="0"/>
              <a:t>SiteV</a:t>
            </a:r>
            <a:r>
              <a:rPr lang="en-US" altLang="zh-CN" dirty="0" smtClean="0"/>
              <a:t> </a:t>
            </a:r>
            <a:r>
              <a:rPr lang="zh-CN" altLang="en-US" dirty="0" smtClean="0"/>
              <a:t>，那对应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就会被记录下来，当用户浏览</a:t>
            </a:r>
            <a:r>
              <a:rPr lang="en-US" altLang="zh-CN" dirty="0" err="1" smtClean="0"/>
              <a:t>SiteA</a:t>
            </a:r>
            <a:r>
              <a:rPr lang="zh-CN" altLang="en-US" dirty="0" smtClean="0"/>
              <a:t>的时候，用户会加载攻击者预先编写好的恶意脚本，脚本会冒充用户发送一个正常请求给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，请求会把用户浏览过网站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也一起</a:t>
            </a:r>
            <a:r>
              <a:rPr lang="zh-CN" altLang="en-US" dirty="0" smtClean="0"/>
              <a:t>发送</a:t>
            </a:r>
            <a:r>
              <a:rPr lang="en-US" altLang="zh-CN" dirty="0" smtClean="0"/>
              <a:t>,</a:t>
            </a:r>
            <a:r>
              <a:rPr lang="zh-CN" altLang="en-US" dirty="0" smtClean="0"/>
              <a:t>这时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无法</a:t>
            </a:r>
            <a:r>
              <a:rPr lang="zh-CN" altLang="en-US" dirty="0" smtClean="0"/>
              <a:t>区分</a:t>
            </a:r>
            <a:r>
              <a:rPr lang="zh-CN" altLang="en-US" dirty="0" smtClean="0"/>
              <a:t>这个</a:t>
            </a:r>
            <a:r>
              <a:rPr lang="zh-CN" altLang="en-US" dirty="0" smtClean="0"/>
              <a:t>请求是从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还是从</a:t>
            </a:r>
            <a:r>
              <a:rPr lang="en-US" altLang="zh-CN" dirty="0" err="1" smtClean="0"/>
              <a:t>SiteA</a:t>
            </a:r>
            <a:r>
              <a:rPr lang="zh-CN" altLang="en-US" dirty="0" smtClean="0"/>
              <a:t>发起的，从而 </a:t>
            </a:r>
            <a:r>
              <a:rPr lang="en-US" altLang="zh-CN" dirty="0" err="1" smtClean="0"/>
              <a:t>SiteV</a:t>
            </a:r>
            <a:r>
              <a:rPr lang="zh-CN" altLang="en-US" dirty="0" smtClean="0"/>
              <a:t>也接受并处理了这个请求，进而达到跨站攻击的目的。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和跨站请求</a:t>
            </a:r>
            <a:r>
              <a:rPr lang="en-US" altLang="zh-CN" dirty="0" smtClean="0"/>
              <a:t>(CSRF)</a:t>
            </a:r>
            <a:r>
              <a:rPr lang="zh-CN" altLang="en-US" dirty="0" smtClean="0"/>
              <a:t>攻击的区别</a:t>
            </a:r>
            <a:r>
              <a:rPr lang="en-US" altLang="zh-CN" dirty="0" smtClean="0"/>
              <a:t>Ⅱ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XSS</a:t>
            </a:r>
            <a:r>
              <a:rPr lang="zh-CN" altLang="en-US" dirty="0" smtClean="0"/>
              <a:t>通常无需通过引诱手段把用户导向恶意网站，而是利用用户网站的漏洞</a:t>
            </a:r>
            <a:r>
              <a:rPr lang="en-US" altLang="zh-CN" dirty="0" smtClean="0"/>
              <a:t>(</a:t>
            </a:r>
            <a:r>
              <a:rPr lang="zh-CN" altLang="en-US" dirty="0" smtClean="0"/>
              <a:t>因网站没有过滤恶意代码的功能</a:t>
            </a:r>
            <a:r>
              <a:rPr lang="en-US" altLang="zh-CN" dirty="0" smtClean="0"/>
              <a:t>)</a:t>
            </a:r>
            <a:r>
              <a:rPr lang="zh-CN" altLang="en-US" dirty="0" smtClean="0"/>
              <a:t>在网站植入一段恶意代码</a:t>
            </a:r>
            <a:r>
              <a:rPr lang="en-US" altLang="zh-CN" dirty="0" smtClean="0"/>
              <a:t>(</a:t>
            </a:r>
            <a:r>
              <a:rPr lang="zh-CN" altLang="en-US" dirty="0"/>
              <a:t>攻击</a:t>
            </a:r>
            <a:r>
              <a:rPr lang="zh-CN" altLang="en-US" dirty="0" smtClean="0"/>
              <a:t>者在用户网站注册一个账号，然后在自己的用户信息编辑里写入一段恶意代码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，当用户浏览到攻击者的信息</a:t>
            </a:r>
            <a:r>
              <a:rPr lang="en-US" altLang="zh-CN" dirty="0" smtClean="0"/>
              <a:t>(</a:t>
            </a:r>
            <a:r>
              <a:rPr lang="zh-CN" altLang="en-US" dirty="0" smtClean="0"/>
              <a:t>简介</a:t>
            </a:r>
            <a:r>
              <a:rPr lang="en-US" altLang="zh-CN" dirty="0" smtClean="0"/>
              <a:t>profile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，攻击者会窃取到用户的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。攻击</a:t>
            </a:r>
            <a:r>
              <a:rPr lang="zh-CN" altLang="en-US" dirty="0" smtClean="0"/>
              <a:t>者利用用户的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就可以冒充用户</a:t>
            </a:r>
            <a:r>
              <a:rPr lang="zh-CN" altLang="en-US" dirty="0" smtClean="0"/>
              <a:t>访问网站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为什么拿到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可以冒充用户？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158" y="1600200"/>
            <a:ext cx="8358246" cy="4525963"/>
          </a:xfrm>
        </p:spPr>
        <p:txBody>
          <a:bodyPr>
            <a:normAutofit fontScale="70000" lnSpcReduction="20000"/>
          </a:bodyPr>
          <a:lstStyle/>
          <a:p>
            <a:r>
              <a:rPr lang="en-US" altLang="zh-CN" dirty="0" smtClean="0"/>
              <a:t>Cookie</a:t>
            </a:r>
            <a:r>
              <a:rPr lang="zh-CN" altLang="en-US" dirty="0" smtClean="0"/>
              <a:t>可以理解为用户浏览某个网站后生成的一个对应的认证凭据</a:t>
            </a:r>
            <a:r>
              <a:rPr lang="zh-CN" altLang="en-US" dirty="0" smtClean="0"/>
              <a:t>，它保存</a:t>
            </a:r>
            <a:r>
              <a:rPr lang="zh-CN" altLang="en-US" dirty="0" smtClean="0"/>
              <a:t>在本地当前浏览器。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会在用户</a:t>
            </a:r>
            <a:r>
              <a:rPr lang="zh-CN" altLang="en-US" dirty="0" smtClean="0"/>
              <a:t>向网站发起</a:t>
            </a:r>
            <a:r>
              <a:rPr lang="zh-CN" altLang="en-US" dirty="0" smtClean="0"/>
              <a:t>请求时附加在请求包一起发送给网站的</a:t>
            </a:r>
            <a:r>
              <a:rPr lang="en-US" altLang="zh-CN" dirty="0" smtClean="0"/>
              <a:t>H</a:t>
            </a:r>
            <a:r>
              <a:rPr lang="en-US" altLang="zh-CN" dirty="0" smtClean="0"/>
              <a:t>ttp Server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一些</a:t>
            </a:r>
            <a:r>
              <a:rPr lang="zh-CN" altLang="en-US" dirty="0" smtClean="0"/>
              <a:t>网站后台代码会把用户登陆的信息（账号、密码 </a:t>
            </a:r>
            <a:r>
              <a:rPr lang="en-US" altLang="zh-CN" dirty="0" smtClean="0"/>
              <a:t>etc)</a:t>
            </a:r>
            <a:r>
              <a:rPr lang="zh-CN" altLang="en-US" dirty="0" smtClean="0"/>
              <a:t>写到本地的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，如果用户</a:t>
            </a:r>
            <a:r>
              <a:rPr lang="zh-CN" altLang="en-US" dirty="0" smtClean="0"/>
              <a:t>登陆这些网站，退出</a:t>
            </a:r>
            <a:r>
              <a:rPr lang="zh-CN" altLang="en-US" dirty="0" smtClean="0"/>
              <a:t>后没有注销，那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会一直记录用户</a:t>
            </a:r>
            <a:r>
              <a:rPr lang="zh-CN" altLang="en-US" dirty="0" smtClean="0"/>
              <a:t>信息。下次</a:t>
            </a:r>
            <a:r>
              <a:rPr lang="zh-CN" altLang="en-US" dirty="0" smtClean="0"/>
              <a:t>用户重新打开浏览器再访问网站的时候网站后台会提取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的信息，再次验证到用户的登陆信息并把用户置为登陆状态。</a:t>
            </a:r>
            <a:endParaRPr lang="en-US" altLang="zh-CN" dirty="0" smtClean="0"/>
          </a:p>
          <a:p>
            <a:r>
              <a:rPr lang="zh-CN" altLang="en-US" dirty="0" smtClean="0"/>
              <a:t>如果用户在登陆状态</a:t>
            </a:r>
            <a:r>
              <a:rPr lang="zh-CN" altLang="en-US" dirty="0" smtClean="0"/>
              <a:t>同时浏览</a:t>
            </a:r>
            <a:r>
              <a:rPr lang="zh-CN" altLang="en-US" dirty="0" smtClean="0"/>
              <a:t>了攻击者信息，便会自动</a:t>
            </a:r>
            <a:r>
              <a:rPr lang="zh-CN" altLang="en-US" dirty="0" smtClean="0"/>
              <a:t>执行攻击</a:t>
            </a:r>
            <a:r>
              <a:rPr lang="zh-CN" altLang="en-US" dirty="0" smtClean="0"/>
              <a:t>脚本，从而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被攻击者窃取到。当然如果用户退出时注销那</a:t>
            </a:r>
            <a:r>
              <a:rPr lang="en-US" altLang="zh-CN" dirty="0" smtClean="0"/>
              <a:t>cookie</a:t>
            </a:r>
            <a:r>
              <a:rPr lang="zh-CN" altLang="en-US" dirty="0"/>
              <a:t>就</a:t>
            </a:r>
            <a:r>
              <a:rPr lang="zh-CN" altLang="en-US" dirty="0" smtClean="0"/>
              <a:t>不会保存用户信息，因为这时候系统会在后台程序设置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相关的用户信息记录字段为空。</a:t>
            </a:r>
            <a:endParaRPr lang="en-US" altLang="zh-CN" dirty="0" smtClean="0"/>
          </a:p>
          <a:p>
            <a:r>
              <a:rPr lang="zh-CN" altLang="en-US" b="1" dirty="0" smtClean="0"/>
              <a:t>所以当一个用户在登陆一个有跨站漏洞</a:t>
            </a:r>
            <a:r>
              <a:rPr lang="zh-CN" altLang="en-US" b="1" dirty="0" smtClean="0"/>
              <a:t>网站同时</a:t>
            </a:r>
            <a:r>
              <a:rPr lang="zh-CN" altLang="en-US" b="1" dirty="0" smtClean="0"/>
              <a:t>又访问该站其它用户的信息或又访问恶意网站，</a:t>
            </a:r>
            <a:r>
              <a:rPr lang="zh-CN" altLang="en-US" b="1" dirty="0" smtClean="0"/>
              <a:t>那会是</a:t>
            </a:r>
            <a:r>
              <a:rPr lang="zh-CN" altLang="en-US" b="1" dirty="0" smtClean="0"/>
              <a:t>很危险的！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二、实验</a:t>
            </a:r>
            <a:r>
              <a:rPr lang="zh-CN" altLang="en-US" dirty="0"/>
              <a:t>环境</a:t>
            </a:r>
            <a:r>
              <a:rPr lang="zh-CN" altLang="en-US" dirty="0" smtClean="0"/>
              <a:t>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28596" y="1643050"/>
            <a:ext cx="8001056" cy="452596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环境说明：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- </a:t>
            </a:r>
            <a:r>
              <a:rPr lang="zh-CN" altLang="en-US" dirty="0" smtClean="0"/>
              <a:t>虚拟机：两台虚拟机。用</a:t>
            </a:r>
            <a:r>
              <a:rPr lang="en-US" altLang="zh-CN" dirty="0" smtClean="0"/>
              <a:t>NAT</a:t>
            </a:r>
            <a:r>
              <a:rPr lang="zh-CN" altLang="en-US" dirty="0" smtClean="0"/>
              <a:t>或桥接模式。</a:t>
            </a:r>
            <a:endParaRPr lang="en-US" altLang="zh-CN" dirty="0" smtClean="0"/>
          </a:p>
          <a:p>
            <a:pPr>
              <a:buNone/>
            </a:pPr>
            <a:r>
              <a:rPr lang="en-US" altLang="zh-CN" sz="2800" dirty="0" smtClean="0"/>
              <a:t>  -  </a:t>
            </a:r>
            <a:r>
              <a:rPr lang="zh-CN" altLang="en-US" sz="2800" dirty="0" smtClean="0"/>
              <a:t>网站链接：</a:t>
            </a:r>
            <a:r>
              <a:rPr lang="en-US" altLang="zh-CN" dirty="0" smtClean="0"/>
              <a:t>http://www.xsslabelgg.com</a:t>
            </a:r>
            <a:r>
              <a:rPr lang="zh-CN" altLang="en-US" dirty="0" smtClean="0"/>
              <a:t>，网站攻击可以在本机做，也可以把网站地址指向另一台虚拟机（在</a:t>
            </a:r>
            <a:r>
              <a:rPr lang="en-US" altLang="zh-CN" dirty="0" smtClean="0"/>
              <a:t>etc/hosts</a:t>
            </a:r>
            <a:r>
              <a:rPr lang="zh-CN" altLang="en-US" dirty="0" smtClean="0"/>
              <a:t>文件里修改域名指向的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，默认为</a:t>
            </a:r>
            <a:r>
              <a:rPr lang="en-US" altLang="zh-CN" dirty="0" smtClean="0"/>
              <a:t>127.0.0.1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  - </a:t>
            </a:r>
            <a:r>
              <a:rPr lang="zh-CN" altLang="en-US" dirty="0" smtClean="0"/>
              <a:t>假定攻击者</a:t>
            </a:r>
            <a:r>
              <a:rPr lang="en-US" altLang="zh-CN" dirty="0" smtClean="0"/>
              <a:t>(</a:t>
            </a:r>
            <a:r>
              <a:rPr lang="zh-CN" altLang="en-US" dirty="0" smtClean="0"/>
              <a:t>你自己）为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，其它用户为受害者，用户已经在后台建立好，打开网站后再搜索栏里输入用户名可以找到对应用户信息。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 smtClean="0"/>
              <a:t>-</a:t>
            </a:r>
            <a:r>
              <a:rPr lang="zh-CN" altLang="en-US" dirty="0" smtClean="0"/>
              <a:t>参考实验文档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Lab </a:t>
            </a:r>
            <a:r>
              <a:rPr lang="en-US" altLang="zh-CN" dirty="0" err="1" smtClean="0"/>
              <a:t>Evironment</a:t>
            </a:r>
            <a:r>
              <a:rPr lang="zh-CN" altLang="en-US" dirty="0" smtClean="0"/>
              <a:t>部分。</a:t>
            </a:r>
            <a:endParaRPr lang="en-US" altLang="zh-CN" dirty="0" smtClean="0"/>
          </a:p>
          <a:p>
            <a:pPr>
              <a:buNone/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三、实验任务说明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：写一个简单的显示消息的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脚本并植入你的简介，当用户浏览你的简介的时候执行这个脚本显示消息。</a:t>
            </a:r>
            <a:endParaRPr lang="en-US" altLang="zh-CN" dirty="0" smtClean="0"/>
          </a:p>
          <a:p>
            <a:r>
              <a:rPr lang="zh-CN" altLang="en-US" dirty="0" smtClean="0"/>
              <a:t>参考实验文档 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Tasks-Task1</a:t>
            </a:r>
            <a:r>
              <a:rPr lang="zh-CN" altLang="en-US" dirty="0" smtClean="0"/>
              <a:t>部分。</a:t>
            </a:r>
            <a:endParaRPr lang="en-US" altLang="zh-CN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4282" y="1571612"/>
            <a:ext cx="8643998" cy="4525963"/>
          </a:xfrm>
        </p:spPr>
        <p:txBody>
          <a:bodyPr/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 写</a:t>
            </a:r>
            <a:r>
              <a:rPr lang="zh-CN" altLang="en-US" dirty="0" smtClean="0"/>
              <a:t>一</a:t>
            </a:r>
            <a:r>
              <a:rPr lang="zh-CN" altLang="en-US" dirty="0" smtClean="0"/>
              <a:t>个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脚本盗取</a:t>
            </a:r>
            <a:r>
              <a:rPr lang="zh-CN" altLang="en-US" dirty="0" smtClean="0"/>
              <a:t>当前</a:t>
            </a:r>
            <a:r>
              <a:rPr lang="zh-CN" altLang="en-US" dirty="0" smtClean="0"/>
              <a:t>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</a:t>
            </a:r>
            <a:r>
              <a:rPr lang="zh-CN" altLang="en-US" dirty="0" smtClean="0"/>
              <a:t>植入你的</a:t>
            </a:r>
            <a:r>
              <a:rPr lang="zh-CN" altLang="en-US" dirty="0" smtClean="0"/>
              <a:t>简介，</a:t>
            </a:r>
            <a:r>
              <a:rPr lang="zh-CN" altLang="en-US" dirty="0" smtClean="0"/>
              <a:t>当用户浏览你的简介的时候执行这个脚本并显示用户的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参考实验文档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Tasks-Task2</a:t>
            </a:r>
            <a:r>
              <a:rPr lang="zh-CN" altLang="en-US" dirty="0" smtClean="0"/>
              <a:t>部分。</a:t>
            </a:r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58204" cy="4525963"/>
          </a:xfrm>
        </p:spPr>
        <p:txBody>
          <a:bodyPr>
            <a:normAutofit fontScale="92500" lnSpcReduction="2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：写一个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脚本并植入攻击者的</a:t>
            </a:r>
            <a:r>
              <a:rPr lang="zh-CN" altLang="en-US" dirty="0" smtClean="0"/>
              <a:t>简介，</a:t>
            </a:r>
            <a:r>
              <a:rPr lang="zh-CN" altLang="en-US" dirty="0" smtClean="0"/>
              <a:t>该脚本盗取当前用户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并把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发送给攻击者（在另外一台虚拟机）的</a:t>
            </a:r>
            <a:r>
              <a:rPr lang="en-US" altLang="zh-CN" dirty="0" smtClean="0"/>
              <a:t>TCP Server</a:t>
            </a:r>
            <a:r>
              <a:rPr lang="zh-CN" altLang="en-US" dirty="0" smtClean="0"/>
              <a:t> 。当用户浏览攻击者的简介的时候执行这个脚本。</a:t>
            </a:r>
            <a:endParaRPr lang="en-US" altLang="zh-CN" dirty="0" smtClean="0"/>
          </a:p>
          <a:p>
            <a:r>
              <a:rPr lang="en-US" altLang="zh-CN" dirty="0" smtClean="0"/>
              <a:t>TCP Server</a:t>
            </a:r>
            <a:r>
              <a:rPr lang="zh-CN" altLang="en-US" dirty="0" smtClean="0"/>
              <a:t>（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echoserv</a:t>
            </a:r>
            <a:r>
              <a:rPr lang="zh-CN" altLang="en-US" dirty="0" smtClean="0"/>
              <a:t>）的源代码给出，同学们看懂源代码稍作</a:t>
            </a:r>
            <a:r>
              <a:rPr lang="zh-CN" altLang="en-US" dirty="0" smtClean="0"/>
              <a:t>修改（目的</a:t>
            </a:r>
            <a:r>
              <a:rPr lang="en-US" altLang="zh-CN" dirty="0" err="1" smtClean="0"/>
              <a:t>ip</a:t>
            </a:r>
            <a:r>
              <a:rPr lang="zh-CN" altLang="en-US" dirty="0" smtClean="0"/>
              <a:t>地址和端口）并</a:t>
            </a:r>
            <a:r>
              <a:rPr lang="zh-CN" altLang="en-US" dirty="0" smtClean="0"/>
              <a:t>编译执行，</a:t>
            </a:r>
            <a:r>
              <a:rPr lang="en-US" altLang="zh-CN" dirty="0" err="1" smtClean="0"/>
              <a:t>echoserv</a:t>
            </a:r>
            <a:r>
              <a:rPr lang="zh-CN" altLang="en-US" dirty="0" smtClean="0"/>
              <a:t>会监听到用户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并显示出来，同学们要把这个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记录下来为剩下的任务所用。</a:t>
            </a:r>
            <a:endParaRPr lang="en-US" altLang="zh-CN" dirty="0" smtClean="0"/>
          </a:p>
          <a:p>
            <a:r>
              <a:rPr lang="zh-CN" altLang="en-US" dirty="0" smtClean="0"/>
              <a:t>参考实验文档 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Tasks-Task3</a:t>
            </a:r>
            <a:r>
              <a:rPr lang="zh-CN" altLang="en-US" dirty="0" smtClean="0"/>
              <a:t>部分。</a:t>
            </a:r>
            <a:endParaRPr lang="en-US" altLang="zh-CN" dirty="0" smtClean="0"/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4</a:t>
            </a:r>
            <a:r>
              <a:rPr lang="zh-CN" altLang="en-US" dirty="0" smtClean="0"/>
              <a:t>：用</a:t>
            </a:r>
            <a:r>
              <a:rPr lang="en-US" altLang="zh-CN" dirty="0" smtClean="0"/>
              <a:t>Java</a:t>
            </a:r>
            <a:r>
              <a:rPr lang="zh-CN" altLang="en-US" dirty="0" smtClean="0"/>
              <a:t>编写一个用窃取到的用户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，冒充用户把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添加为自己的朋友的攻击程序。</a:t>
            </a:r>
            <a:endParaRPr lang="en-US" altLang="zh-CN" dirty="0" smtClean="0"/>
          </a:p>
          <a:p>
            <a:r>
              <a:rPr lang="zh-CN" altLang="en-US" dirty="0" smtClean="0"/>
              <a:t>注意要点</a:t>
            </a:r>
            <a:r>
              <a:rPr lang="en-US" altLang="zh-CN" dirty="0" smtClean="0"/>
              <a:t>:</a:t>
            </a:r>
          </a:p>
          <a:p>
            <a:pPr>
              <a:buNone/>
            </a:pPr>
            <a:r>
              <a:rPr lang="en-US" altLang="zh-CN" dirty="0" smtClean="0"/>
              <a:t>    -</a:t>
            </a:r>
            <a:r>
              <a:rPr lang="zh-CN" altLang="en-US" dirty="0"/>
              <a:t>本</a:t>
            </a:r>
            <a:r>
              <a:rPr lang="zh-CN" altLang="en-US" dirty="0" smtClean="0"/>
              <a:t>次攻击需要在盗取到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的主机（另外一台虚拟机）上进行。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-</a:t>
            </a:r>
            <a:r>
              <a:rPr lang="zh-CN" altLang="en-US" dirty="0" smtClean="0"/>
              <a:t>在编写程序的时候要在请求字符串哪里正确设置    </a:t>
            </a:r>
            <a:r>
              <a:rPr lang="en-US" altLang="zh-CN" dirty="0" smtClean="0"/>
              <a:t>_</a:t>
            </a:r>
            <a:r>
              <a:rPr lang="en-US" altLang="zh-CN" dirty="0" err="1" smtClean="0"/>
              <a:t>elgg_ts</a:t>
            </a:r>
            <a:r>
              <a:rPr lang="zh-CN" altLang="en-US" dirty="0" smtClean="0"/>
              <a:t>和</a:t>
            </a:r>
            <a:r>
              <a:rPr lang="en-US" altLang="zh-CN" dirty="0" smtClean="0"/>
              <a:t>_</a:t>
            </a:r>
            <a:r>
              <a:rPr lang="en-US" altLang="zh-CN" dirty="0" err="1" smtClean="0"/>
              <a:t>elgg_token</a:t>
            </a:r>
            <a:r>
              <a:rPr lang="en-US" altLang="zh-CN" dirty="0" smtClean="0"/>
              <a:t>(</a:t>
            </a:r>
            <a:r>
              <a:rPr lang="zh-CN" altLang="en-US" dirty="0" smtClean="0"/>
              <a:t>这两个字段</a:t>
            </a:r>
            <a:r>
              <a:rPr lang="zh-CN" altLang="en-US" dirty="0" smtClean="0"/>
              <a:t>是</a:t>
            </a:r>
            <a:r>
              <a:rPr lang="en-US" altLang="zh-CN" dirty="0" err="1" smtClean="0"/>
              <a:t>elgg</a:t>
            </a:r>
            <a:r>
              <a:rPr lang="zh-CN" altLang="en-US" dirty="0" smtClean="0"/>
              <a:t>网站为</a:t>
            </a:r>
            <a:r>
              <a:rPr lang="zh-CN" altLang="en-US" dirty="0" smtClean="0"/>
              <a:t>防止</a:t>
            </a:r>
            <a:r>
              <a:rPr lang="en-US" altLang="zh-CN" dirty="0" smtClean="0"/>
              <a:t>CSRF</a:t>
            </a:r>
            <a:r>
              <a:rPr lang="zh-CN" altLang="en-US" dirty="0" smtClean="0"/>
              <a:t>攻击而写的</a:t>
            </a:r>
            <a:r>
              <a:rPr lang="en-US" altLang="zh-CN" dirty="0" smtClean="0"/>
              <a:t>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-</a:t>
            </a:r>
            <a:r>
              <a:rPr lang="zh-CN" altLang="en-US" dirty="0" smtClean="0"/>
              <a:t>编写程序前可以先用一个指定一个受害用户登陆，然后添加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为朋友</a:t>
            </a:r>
            <a:r>
              <a:rPr lang="zh-CN" altLang="en-US" dirty="0" smtClean="0"/>
              <a:t>，</a:t>
            </a:r>
            <a:r>
              <a:rPr lang="zh-CN" altLang="en-US" dirty="0" smtClean="0"/>
              <a:t>并</a:t>
            </a:r>
            <a:r>
              <a:rPr lang="zh-CN" altLang="en-US" dirty="0" smtClean="0"/>
              <a:t>用</a:t>
            </a:r>
            <a:r>
              <a:rPr lang="en-US" altLang="zh-CN" dirty="0" err="1" smtClean="0"/>
              <a:t>firefox</a:t>
            </a:r>
            <a:r>
              <a:rPr lang="zh-CN" altLang="en-US" dirty="0" smtClean="0"/>
              <a:t>的</a:t>
            </a:r>
            <a:r>
              <a:rPr lang="en-US" altLang="zh-CN" dirty="0" err="1" smtClean="0"/>
              <a:t>LiveHTTPheaders</a:t>
            </a:r>
            <a:r>
              <a:rPr lang="en-US" altLang="zh-CN" dirty="0" smtClean="0"/>
              <a:t> </a:t>
            </a:r>
            <a:r>
              <a:rPr lang="zh-CN" altLang="en-US" dirty="0" smtClean="0"/>
              <a:t>捉包观察正常添加朋友的请求包内容并记录</a:t>
            </a:r>
            <a:r>
              <a:rPr lang="zh-CN" altLang="en-US" dirty="0" smtClean="0"/>
              <a:t>下来，然后</a:t>
            </a:r>
            <a:r>
              <a:rPr lang="zh-CN" altLang="en-US" dirty="0" smtClean="0"/>
              <a:t>把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从朋友列表删除掉</a:t>
            </a:r>
            <a:r>
              <a:rPr lang="zh-CN" altLang="en-US" dirty="0" smtClean="0"/>
              <a:t>，再</a:t>
            </a:r>
            <a:r>
              <a:rPr lang="zh-CN" altLang="en-US" dirty="0" smtClean="0"/>
              <a:t>用攻击</a:t>
            </a:r>
            <a:r>
              <a:rPr lang="zh-CN" altLang="en-US" dirty="0" smtClean="0"/>
              <a:t>程序伪造</a:t>
            </a:r>
            <a:r>
              <a:rPr lang="zh-CN" altLang="en-US" dirty="0" smtClean="0"/>
              <a:t>这样一个请求。</a:t>
            </a:r>
            <a:endParaRPr lang="en-US" altLang="zh-CN" dirty="0" smtClean="0"/>
          </a:p>
          <a:p>
            <a:r>
              <a:rPr lang="zh-CN" altLang="en-US" dirty="0" smtClean="0"/>
              <a:t>参考实验文档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Tasks-Task4</a:t>
            </a:r>
            <a:r>
              <a:rPr lang="zh-CN" altLang="en-US" dirty="0" smtClean="0"/>
              <a:t>部分以及附录的</a:t>
            </a:r>
            <a:r>
              <a:rPr lang="en-US" altLang="zh-CN" dirty="0" smtClean="0"/>
              <a:t>Figure1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186766" cy="452596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5</a:t>
            </a:r>
            <a:r>
              <a:rPr lang="zh-CN" altLang="en-US" dirty="0" smtClean="0"/>
              <a:t>：</a:t>
            </a:r>
            <a:r>
              <a:rPr lang="zh-CN" altLang="en-US" dirty="0" smtClean="0"/>
              <a:t>用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编写一个攻击</a:t>
            </a:r>
            <a:r>
              <a:rPr lang="zh-CN" altLang="en-US" dirty="0" smtClean="0"/>
              <a:t>脚本，</a:t>
            </a:r>
            <a:r>
              <a:rPr lang="zh-CN" altLang="en-US" dirty="0" smtClean="0"/>
              <a:t>当用户访问攻击者的简介的时候，可以自动盗取用户的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并冒充用户修改信息并添加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为自己的好友。</a:t>
            </a:r>
            <a:endParaRPr lang="en-US" altLang="zh-CN" dirty="0" smtClean="0"/>
          </a:p>
          <a:p>
            <a:r>
              <a:rPr lang="zh-CN" altLang="en-US" dirty="0" smtClean="0"/>
              <a:t>任务</a:t>
            </a:r>
            <a:r>
              <a:rPr lang="en-US" altLang="zh-CN" dirty="0" smtClean="0"/>
              <a:t>5</a:t>
            </a:r>
            <a:r>
              <a:rPr lang="zh-CN" altLang="en-US" dirty="0" smtClean="0"/>
              <a:t>和任务</a:t>
            </a:r>
            <a:r>
              <a:rPr lang="en-US" altLang="zh-CN" dirty="0" smtClean="0"/>
              <a:t>4</a:t>
            </a:r>
            <a:r>
              <a:rPr lang="zh-CN" altLang="en-US" dirty="0" smtClean="0"/>
              <a:t>的区别：区别在于任务</a:t>
            </a:r>
            <a:r>
              <a:rPr lang="en-US" altLang="zh-CN" dirty="0" smtClean="0"/>
              <a:t>4</a:t>
            </a:r>
            <a:r>
              <a:rPr lang="zh-CN" altLang="en-US" dirty="0" smtClean="0"/>
              <a:t>在攻击者盗取到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后攻击始终需要攻击者</a:t>
            </a:r>
            <a:r>
              <a:rPr lang="zh-CN" altLang="en-US" dirty="0" smtClean="0"/>
              <a:t>参与；而</a:t>
            </a:r>
            <a:r>
              <a:rPr lang="zh-CN" altLang="en-US" dirty="0" smtClean="0"/>
              <a:t>如果攻击者把攻击脚本注入到自己的简介，当用户浏览自己的简介时，攻击脚本便可以盗取到当前用户的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并冒充用户进行网站访问。只要脚本之前写好，整个过程不需要攻击者</a:t>
            </a:r>
            <a:r>
              <a:rPr lang="zh-CN" altLang="en-US" dirty="0" smtClean="0"/>
              <a:t>参与，如任务</a:t>
            </a:r>
            <a:r>
              <a:rPr lang="en-US" altLang="zh-CN" dirty="0" smtClean="0"/>
              <a:t>5</a:t>
            </a:r>
            <a:r>
              <a:rPr lang="zh-CN" altLang="en-US" dirty="0" smtClean="0"/>
              <a:t>所示。</a:t>
            </a:r>
            <a:endParaRPr lang="en-US" altLang="zh-CN" dirty="0" smtClean="0"/>
          </a:p>
          <a:p>
            <a:r>
              <a:rPr lang="zh-CN" altLang="en-US" dirty="0" smtClean="0"/>
              <a:t>参考实验文档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Tasks-Task5</a:t>
            </a:r>
            <a:r>
              <a:rPr lang="zh-CN" altLang="en-US" dirty="0" smtClean="0"/>
              <a:t>部分</a:t>
            </a:r>
            <a:r>
              <a:rPr lang="en-US" altLang="zh-CN" dirty="0" smtClean="0"/>
              <a:t> </a:t>
            </a:r>
            <a:r>
              <a:rPr lang="zh-CN" altLang="en-US" dirty="0" smtClean="0"/>
              <a:t>。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实验任务说明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 smtClean="0"/>
              <a:t>任务</a:t>
            </a:r>
            <a:r>
              <a:rPr lang="en-US" altLang="zh-CN" dirty="0" smtClean="0"/>
              <a:t>6</a:t>
            </a:r>
            <a:r>
              <a:rPr lang="zh-CN" altLang="en-US" dirty="0" smtClean="0"/>
              <a:t>（选做）：编写一个</a:t>
            </a:r>
            <a:r>
              <a:rPr lang="en-US" altLang="zh-CN" dirty="0" err="1" smtClean="0"/>
              <a:t>Javascript</a:t>
            </a:r>
            <a:r>
              <a:rPr lang="zh-CN" altLang="en-US" dirty="0" smtClean="0"/>
              <a:t>攻击脚本，当用户访问攻击者的简介的时候，可以自动盗取用户的</a:t>
            </a:r>
            <a:r>
              <a:rPr lang="en-US" altLang="zh-CN" dirty="0" smtClean="0"/>
              <a:t>cookie</a:t>
            </a:r>
            <a:r>
              <a:rPr lang="zh-CN" altLang="en-US" dirty="0" smtClean="0"/>
              <a:t>并冒充用户修改信息并添加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为自己的</a:t>
            </a:r>
            <a:r>
              <a:rPr lang="zh-CN" altLang="en-US" dirty="0" smtClean="0"/>
              <a:t>好友</a:t>
            </a:r>
            <a:r>
              <a:rPr lang="zh-CN" altLang="en-US" dirty="0" smtClean="0"/>
              <a:t>，并且</a:t>
            </a:r>
            <a:r>
              <a:rPr lang="zh-CN" altLang="en-US" dirty="0" smtClean="0"/>
              <a:t>要求攻击病毒能</a:t>
            </a:r>
            <a:r>
              <a:rPr lang="zh-CN" altLang="en-US" dirty="0" smtClean="0"/>
              <a:t>自身</a:t>
            </a:r>
            <a:r>
              <a:rPr lang="zh-CN" altLang="en-US" dirty="0" smtClean="0"/>
              <a:t>复制且传播</a:t>
            </a:r>
            <a:r>
              <a:rPr lang="en-US" altLang="zh-CN" dirty="0" smtClean="0"/>
              <a:t>(</a:t>
            </a:r>
            <a:r>
              <a:rPr lang="zh-CN" altLang="en-US" dirty="0" smtClean="0"/>
              <a:t>类似蠕虫病毒</a:t>
            </a:r>
            <a:r>
              <a:rPr lang="en-US" altLang="zh-CN" dirty="0" smtClean="0"/>
              <a:t>Worm)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攻击原理大致如下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/>
              <a:t>     </a:t>
            </a:r>
            <a:r>
              <a:rPr lang="en-US" altLang="zh-CN" dirty="0" smtClean="0"/>
              <a:t>-</a:t>
            </a:r>
            <a:r>
              <a:rPr lang="zh-CN" altLang="en-US" dirty="0" smtClean="0"/>
              <a:t>攻击者首先在攻击代码里把代码自身复制到一个请求字段（这个字段用来修改用户的信息），当用户访问攻击者的简介时候，攻击者通过提交请求不仅把</a:t>
            </a:r>
            <a:r>
              <a:rPr lang="en-US" altLang="zh-CN" dirty="0" err="1" smtClean="0"/>
              <a:t>samy</a:t>
            </a:r>
            <a:r>
              <a:rPr lang="zh-CN" altLang="en-US" dirty="0" smtClean="0"/>
              <a:t>加为用户好友，同时也修改了用户</a:t>
            </a:r>
            <a:r>
              <a:rPr lang="zh-CN" altLang="en-US" dirty="0" smtClean="0"/>
              <a:t>的需要插入攻击代码的字段</a:t>
            </a:r>
            <a:r>
              <a:rPr lang="zh-CN" altLang="en-US" dirty="0" smtClean="0"/>
              <a:t>信息</a:t>
            </a:r>
            <a:r>
              <a:rPr lang="zh-CN" altLang="en-US" dirty="0" smtClean="0"/>
              <a:t>并</a:t>
            </a:r>
            <a:r>
              <a:rPr lang="zh-CN" altLang="en-US" dirty="0" smtClean="0"/>
              <a:t>将其</a:t>
            </a:r>
            <a:r>
              <a:rPr lang="zh-CN" altLang="en-US" dirty="0" smtClean="0"/>
              <a:t>注入</a:t>
            </a:r>
            <a:r>
              <a:rPr lang="zh-CN" altLang="en-US" dirty="0" smtClean="0"/>
              <a:t>到里面，从而感染了用户的信息</a:t>
            </a:r>
            <a:r>
              <a:rPr lang="zh-CN" altLang="en-US" dirty="0" smtClean="0"/>
              <a:t>，使该</a:t>
            </a:r>
            <a:r>
              <a:rPr lang="zh-CN" altLang="en-US" dirty="0" smtClean="0"/>
              <a:t>用户也变成了攻击者。下次如果有另外一个用户访问了该用户的简介，那么该用户</a:t>
            </a:r>
            <a:r>
              <a:rPr lang="zh-CN" altLang="en-US" dirty="0" smtClean="0"/>
              <a:t>也会</a:t>
            </a:r>
            <a:r>
              <a:rPr lang="zh-CN" altLang="en-US" dirty="0" smtClean="0"/>
              <a:t>被</a:t>
            </a:r>
            <a:r>
              <a:rPr lang="zh-CN" altLang="en-US" dirty="0" smtClean="0"/>
              <a:t>感染也</a:t>
            </a:r>
            <a:r>
              <a:rPr lang="zh-CN" altLang="en-US" dirty="0" smtClean="0"/>
              <a:t>成为攻击者。所以攻击病毒会在不同用户之间广泛传播扩散。</a:t>
            </a:r>
            <a:endParaRPr lang="en-US" altLang="zh-CN" dirty="0" smtClean="0"/>
          </a:p>
          <a:p>
            <a:r>
              <a:rPr lang="zh-CN" altLang="en-US" dirty="0" smtClean="0"/>
              <a:t>参考实验文档</a:t>
            </a:r>
            <a:r>
              <a:rPr lang="en-US" altLang="zh-CN" dirty="0" err="1" smtClean="0"/>
              <a:t>Xss</a:t>
            </a:r>
            <a:r>
              <a:rPr lang="en-US" altLang="zh-CN" dirty="0" smtClean="0"/>
              <a:t> Attack Lab Tasks-Task6</a:t>
            </a:r>
            <a:r>
              <a:rPr lang="zh-CN" altLang="en-US" dirty="0" smtClean="0"/>
              <a:t>部分</a:t>
            </a:r>
            <a:r>
              <a:rPr lang="en-US" altLang="zh-CN" dirty="0" smtClean="0"/>
              <a:t> </a:t>
            </a:r>
            <a:r>
              <a:rPr lang="zh-CN" altLang="en-US" dirty="0" smtClean="0"/>
              <a:t>。</a:t>
            </a:r>
          </a:p>
          <a:p>
            <a:r>
              <a:rPr lang="zh-CN" altLang="en-US" dirty="0" smtClean="0"/>
              <a:t>任务</a:t>
            </a:r>
            <a:r>
              <a:rPr lang="en-US" altLang="zh-CN" dirty="0" smtClean="0"/>
              <a:t>7</a:t>
            </a:r>
            <a:r>
              <a:rPr lang="zh-CN" altLang="en-US" dirty="0" smtClean="0"/>
              <a:t>不做要求，留作大家课后思考。</a:t>
            </a:r>
            <a:endParaRPr lang="en-US" altLang="zh-CN" dirty="0" smtClean="0"/>
          </a:p>
          <a:p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四、实验要求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 smtClean="0"/>
              <a:t>完成</a:t>
            </a:r>
            <a:r>
              <a:rPr lang="en-US" altLang="zh-CN" dirty="0" smtClean="0"/>
              <a:t>CSRF</a:t>
            </a:r>
            <a:r>
              <a:rPr lang="zh-CN" altLang="en-US" dirty="0" smtClean="0"/>
              <a:t>和</a:t>
            </a:r>
            <a:r>
              <a:rPr lang="en-US" altLang="zh-CN" dirty="0" smtClean="0"/>
              <a:t>XSS</a:t>
            </a:r>
            <a:r>
              <a:rPr lang="zh-CN" altLang="en-US" dirty="0" smtClean="0"/>
              <a:t>两个实验。</a:t>
            </a:r>
            <a:endParaRPr lang="en-US" altLang="zh-CN" dirty="0" smtClean="0"/>
          </a:p>
          <a:p>
            <a:r>
              <a:rPr lang="en-US" altLang="zh-CN" dirty="0" smtClean="0"/>
              <a:t>CSRF</a:t>
            </a:r>
            <a:r>
              <a:rPr lang="zh-CN" altLang="en-US" dirty="0" smtClean="0"/>
              <a:t>实验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个任务均为必做（</a:t>
            </a:r>
            <a:r>
              <a:rPr lang="en-US" altLang="zh-CN" dirty="0" smtClean="0"/>
              <a:t>40</a:t>
            </a:r>
            <a:r>
              <a:rPr lang="en-US" altLang="zh-CN" dirty="0" smtClean="0"/>
              <a:t>%</a:t>
            </a:r>
            <a:r>
              <a:rPr lang="zh-CN" altLang="en-US" dirty="0" smtClean="0"/>
              <a:t>）。</a:t>
            </a:r>
            <a:endParaRPr lang="en-US" altLang="zh-CN" dirty="0" smtClean="0"/>
          </a:p>
          <a:p>
            <a:r>
              <a:rPr lang="en-US" altLang="zh-CN" dirty="0" smtClean="0"/>
              <a:t>XSS</a:t>
            </a:r>
            <a:r>
              <a:rPr lang="zh-CN" altLang="en-US" dirty="0" smtClean="0"/>
              <a:t>实验完成</a:t>
            </a:r>
            <a:r>
              <a:rPr lang="zh-CN" altLang="en-US" dirty="0" smtClean="0"/>
              <a:t>必</a:t>
            </a:r>
            <a:r>
              <a:rPr lang="zh-CN" altLang="en-US" dirty="0" smtClean="0"/>
              <a:t>做</a:t>
            </a:r>
            <a:r>
              <a:rPr lang="zh-CN" altLang="en-US" dirty="0" smtClean="0"/>
              <a:t>任务</a:t>
            </a:r>
            <a:r>
              <a:rPr lang="en-US" altLang="zh-CN" dirty="0" smtClean="0"/>
              <a:t>1-5 </a:t>
            </a:r>
            <a:r>
              <a:rPr lang="zh-CN" altLang="en-US" dirty="0" smtClean="0"/>
              <a:t>（</a:t>
            </a:r>
            <a:r>
              <a:rPr lang="en-US" altLang="zh-CN" dirty="0" smtClean="0"/>
              <a:t>60</a:t>
            </a:r>
            <a:r>
              <a:rPr lang="en-US" altLang="zh-CN" dirty="0" smtClean="0"/>
              <a:t>%</a:t>
            </a:r>
            <a:r>
              <a:rPr lang="zh-CN" altLang="en-US" dirty="0" smtClean="0"/>
              <a:t>） ，任务</a:t>
            </a:r>
            <a:r>
              <a:rPr lang="en-US" altLang="zh-CN" dirty="0" smtClean="0"/>
              <a:t>6</a:t>
            </a:r>
            <a:r>
              <a:rPr lang="zh-CN" altLang="en-US" dirty="0" smtClean="0"/>
              <a:t>为加分选做（</a:t>
            </a:r>
            <a:r>
              <a:rPr lang="en-US" altLang="zh-CN" dirty="0" smtClean="0"/>
              <a:t>20%</a:t>
            </a:r>
            <a:r>
              <a:rPr lang="zh-CN" altLang="en-US" dirty="0" smtClean="0"/>
              <a:t>）。完成必做部分</a:t>
            </a:r>
            <a:r>
              <a:rPr lang="en-US" altLang="zh-CN" dirty="0" smtClean="0"/>
              <a:t>100</a:t>
            </a:r>
            <a:r>
              <a:rPr lang="zh-CN" altLang="en-US" dirty="0" smtClean="0"/>
              <a:t>分，选做</a:t>
            </a:r>
            <a:r>
              <a:rPr lang="en-US" altLang="zh-CN" dirty="0" smtClean="0"/>
              <a:t>20</a:t>
            </a:r>
            <a:r>
              <a:rPr lang="zh-CN" altLang="en-US" dirty="0" smtClean="0"/>
              <a:t>分，全部</a:t>
            </a:r>
            <a:r>
              <a:rPr lang="zh-CN" altLang="en-US" dirty="0" smtClean="0"/>
              <a:t>完成</a:t>
            </a:r>
            <a:r>
              <a:rPr lang="en-US" altLang="zh-CN" dirty="0" smtClean="0"/>
              <a:t>120</a:t>
            </a:r>
            <a:r>
              <a:rPr lang="zh-CN" altLang="en-US" dirty="0" smtClean="0"/>
              <a:t>分。</a:t>
            </a:r>
            <a:endParaRPr lang="en-US" altLang="zh-CN" dirty="0" smtClean="0"/>
          </a:p>
          <a:p>
            <a:r>
              <a:rPr lang="zh-CN" altLang="en-US" dirty="0" smtClean="0"/>
              <a:t>提交要求：实验原理描述、攻击结果截屏以及（攻击前后对比）说明、每个任务的源代码以及说明、实验感想。</a:t>
            </a:r>
            <a:endParaRPr lang="en-US" altLang="zh-CN" dirty="0" smtClean="0"/>
          </a:p>
          <a:p>
            <a:r>
              <a:rPr lang="zh-CN" altLang="en-US" dirty="0" smtClean="0"/>
              <a:t>提交时间</a:t>
            </a:r>
            <a:r>
              <a:rPr lang="en-US" altLang="zh-CN" dirty="0" smtClean="0"/>
              <a:t>2016.5.16</a:t>
            </a:r>
            <a:r>
              <a:rPr lang="zh-CN" altLang="en-US" dirty="0" smtClean="0"/>
              <a:t>零点。</a:t>
            </a:r>
            <a:endParaRPr lang="en-US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1335</TotalTime>
  <Words>1489</Words>
  <Application>Microsoft Office PowerPoint</Application>
  <PresentationFormat>全屏显示(4:3)</PresentationFormat>
  <Paragraphs>57</Paragraphs>
  <Slides>13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Office 主题</vt:lpstr>
      <vt:lpstr>Lab7_2 XSS跨站脚本攻击</vt:lpstr>
      <vt:lpstr> 一、什么是XSS？</vt:lpstr>
      <vt:lpstr>和跨站请求(CSRF)攻击的区别Ⅰ</vt:lpstr>
      <vt:lpstr>和跨站请求(CSRF)攻击的区别Ⅱ</vt:lpstr>
      <vt:lpstr>为什么拿到Cookie可以冒充用户？</vt:lpstr>
      <vt:lpstr>二、实验环境说明</vt:lpstr>
      <vt:lpstr>三、实验任务说明</vt:lpstr>
      <vt:lpstr>实验任务说明</vt:lpstr>
      <vt:lpstr>实验任务说明</vt:lpstr>
      <vt:lpstr>实验任务说明</vt:lpstr>
      <vt:lpstr>实验任务说明</vt:lpstr>
      <vt:lpstr>实验任务说明</vt:lpstr>
      <vt:lpstr>四、实验要求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XSS（跨站脚本攻击）</dc:title>
  <dc:creator>user306</dc:creator>
  <cp:lastModifiedBy>user306</cp:lastModifiedBy>
  <cp:revision>105</cp:revision>
  <dcterms:created xsi:type="dcterms:W3CDTF">2016-04-27T07:46:47Z</dcterms:created>
  <dcterms:modified xsi:type="dcterms:W3CDTF">2016-04-29T00:42:09Z</dcterms:modified>
</cp:coreProperties>
</file>